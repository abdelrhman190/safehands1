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Evaluation Matrix - </a:t>
            </a:r>
            <a:r>
              <a:rPr lang="en-US" dirty="0"/>
              <a:t> 	</a:t>
            </a:r>
            <a:r>
              <a:rPr lang="en-US" dirty="0" smtClean="0"/>
              <a:t>Safe Hands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Criterion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Novelty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Added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Criteria Coefficient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Elderly Care Website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endParaRPr/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Weighted Rating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3×4=12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4×3=12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3×4=12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5×5=25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Evaluation Matrix -   Safe Hands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Matrix - Elderly Care Website</dc:title>
  <dc:creator>Planning and Investment Department</dc:creator>
  <dc:description>generated using python-pptx</dc:description>
  <cp:lastModifiedBy>Planning and Investment Department</cp:lastModifiedBy>
  <cp:revision>4</cp:revision>
  <dcterms:created xsi:type="dcterms:W3CDTF">2013-01-27T09:14:16Z</dcterms:created>
  <dcterms:modified xsi:type="dcterms:W3CDTF">2025-05-11T16:15:38Z</dcterms:modified>
</cp:coreProperties>
</file>